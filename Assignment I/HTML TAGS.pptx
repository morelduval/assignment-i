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0FE315C-C611-42CB-9AF7-2F0367294B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638E071-8D57-47B4-9AA3-6D6B33D2F20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7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315C-C611-42CB-9AF7-2F0367294B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4638E071-8D57-47B4-9AA3-6D6B33D2F20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52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0FE315C-C611-42CB-9AF7-2F0367294B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638E071-8D57-47B4-9AA3-6D6B33D2F20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54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315C-C611-42CB-9AF7-2F0367294B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71-8D57-47B4-9AA3-6D6B33D2F20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13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315C-C611-42CB-9AF7-2F0367294B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71-8D57-47B4-9AA3-6D6B33D2F20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12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315C-C611-42CB-9AF7-2F0367294B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71-8D57-47B4-9AA3-6D6B33D2F20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31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315C-C611-42CB-9AF7-2F0367294B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71-8D57-47B4-9AA3-6D6B33D2F20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47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0FE315C-C611-42CB-9AF7-2F0367294B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638E071-8D57-47B4-9AA3-6D6B33D2F20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83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315C-C611-42CB-9AF7-2F0367294B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71-8D57-47B4-9AA3-6D6B33D2F20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8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315C-C611-42CB-9AF7-2F0367294B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8E071-8D57-47B4-9AA3-6D6B33D2F20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05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0FE315C-C611-42CB-9AF7-2F0367294B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638E071-8D57-47B4-9AA3-6D6B33D2F20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5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0FE315C-C611-42CB-9AF7-2F0367294BD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638E071-8D57-47B4-9AA3-6D6B33D2F207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6480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8E2F9A-0B88-485C-BC6D-859FB6EA1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64657"/>
            <a:ext cx="9144000" cy="1135781"/>
          </a:xfrm>
        </p:spPr>
        <p:txBody>
          <a:bodyPr>
            <a:normAutofit/>
          </a:bodyPr>
          <a:lstStyle/>
          <a:p>
            <a:r>
              <a:rPr lang="en-CA" sz="6600" b="1" dirty="0"/>
              <a:t>HTML TAGS</a:t>
            </a:r>
            <a:endParaRPr lang="en-US" sz="66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269658-33E0-4AFE-933A-9BFE933150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78029" y="3152647"/>
            <a:ext cx="10183529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</a:rPr>
              <a:t>&lt;h1&gt; to &lt;h6&gt; (Headings)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</a:rPr>
              <a:t>Description: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</a:rPr>
              <a:t> Defines hierarchical headings. &lt;h1&gt; is the most important (main title), and &lt;h6&gt; is the least important.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</a:rPr>
              <a:t>Use Case: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</a:rPr>
              <a:t> Structuring content for readability and SEO. Use &lt;h1&gt; for the page title and &lt;h2&gt;–&lt;h6&gt; for section subtitles.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801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1689494-1648-4B99-ADFA-F6DEA3CB2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50889" y="1864231"/>
            <a:ext cx="10481794" cy="3046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&lt;p&gt; (Paragraph)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Description: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Defines a block of text as a paragraph. Browsers automatically add margin space before and after it.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Use Case: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Displaying standard blocks of text content, such as article bodies or descriptions.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46806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3AB0D1B-8155-4156-80B6-9474EC7270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50888" y="2031361"/>
            <a:ext cx="10491419" cy="2712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&lt;a&gt; (Anchor/Hyperlink)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Description: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Creates a hyperlink to other web pages, files, or locations within the same page. Requires the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href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attribute.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Use Case: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Navigation menus, linking to external resources, or "Read More" links.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9314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89518E5-6F09-4805-B500-55521EF4E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50889" y="1795751"/>
            <a:ext cx="10635798" cy="31839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&lt;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img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&gt; (Image)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Description: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Embeds an image into the document. It is a self-closing tag and requires the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src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(source) and alt (alternative text) attributes.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Use Case: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Displaying photos, logos, or icons. The alt text is crucial for accessibility and SEO.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5959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B22BEFF-09E3-4003-8473-56629993F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1662922"/>
            <a:ext cx="10201175" cy="3266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&lt;div&gt; (Division)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Description: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A block-level container used to group other HTML elements together. It has no semantic meaning on its own.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Use Case: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Layout structure and styling. Used to wrap sections of a page to apply CSS styles or JavaScript functionality to that group.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2745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2F850BC-F73A-42E5-A1FE-C8A07E897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44880" y="1801247"/>
            <a:ext cx="10200640" cy="32555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&lt;span&gt;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Description: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An inline container used to mark up a part of a text or a part of a document.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Use Case: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Styling specific words within a paragraph without breaking the flow of text (e.g., changing the color of a single word).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0726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9D9E8D5-0212-4CC0-9057-81B210A2C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50888" y="923364"/>
            <a:ext cx="10425112" cy="49287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&lt;ul&gt; and &lt;li&gt; (Unordered List &amp; List Item)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Description: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&lt;ul&gt; defines an unordered (bulleted) list, and &lt;li&gt; defines each item within that list.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Use Case: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Navigation menus, feature lists, or any collection of items where the order does not matter.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1D1D1F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7227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5E053D8-C89E-4335-85AB-DFD788C18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79646" y="1754362"/>
            <a:ext cx="10487795" cy="3266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&lt;table&gt; (Table)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Description: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Defines a table for displaying tabular data. It usually works with &lt;tr&gt; (row), &lt;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&gt; (header), and &lt;td&gt; (data) tags.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Use Case: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Displaying financial data, schedules, or comparison charts.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Note: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Never use tables for page layout.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2257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A21CCD7-539C-4F37-A4DE-55F29E1A77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50889" y="2031361"/>
            <a:ext cx="10645424" cy="2712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&lt;form&gt;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Description: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Creates a container for user input controls. It is used to collect data from the user to send to a server.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Use Case: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Login screens, contact forms, search bars, or registration pages.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2690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468489C-0DA2-4937-9069-AF87CC8A4C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41146" y="1929760"/>
            <a:ext cx="11212160" cy="2712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&lt;button&gt;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Description: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Defines a clickable button.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Use Case: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+mn-lt"/>
              </a:rPr>
              <a:t> Submitting forms, triggering JavaScript actions (like opening a modal), or toggling settings. It is more accessible than using a &lt;div&gt; as a button.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4425322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TM03457464[[fn=Dividende]]</Template>
  <TotalTime>140</TotalTime>
  <Words>532</Words>
  <Application>Microsoft Office PowerPoint</Application>
  <PresentationFormat>Grand écran</PresentationFormat>
  <Paragraphs>33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Gill Sans MT</vt:lpstr>
      <vt:lpstr>Wingdings 2</vt:lpstr>
      <vt:lpstr>Dividende</vt:lpstr>
      <vt:lpstr>HTML TAGS</vt:lpstr>
      <vt:lpstr>&lt;p&gt; (Paragraph) Description: Defines a block of text as a paragraph. Browsers automatically add margin space before and after it. Use Case: Displaying standard blocks of text content, such as article bodies or descriptions. </vt:lpstr>
      <vt:lpstr>&lt;a&gt; (Anchor/Hyperlink) Description: Creates a hyperlink to other web pages, files, or locations within the same page. Requires the href attribute. Use Case: Navigation menus, linking to external resources, or "Read More" links. </vt:lpstr>
      <vt:lpstr>&lt;img&gt; (Image) Description: Embeds an image into the document. It is a self-closing tag and requires the src (source) and alt (alternative text) attributes. Use Case: Displaying photos, logos, or icons. The alt text is crucial for accessibility and SEO. </vt:lpstr>
      <vt:lpstr>&lt;div&gt; (Division) Description: A block-level container used to group other HTML elements together. It has no semantic meaning on its own. Use Case: Layout structure and styling. Used to wrap sections of a page to apply CSS styles or JavaScript functionality to that group. </vt:lpstr>
      <vt:lpstr>&lt;span&gt; Description: An inline container used to mark up a part of a text or a part of a document. Use Case: Styling specific words within a paragraph without breaking the flow of text (e.g., changing the color of a single word). </vt:lpstr>
      <vt:lpstr> &lt;ul&gt; and &lt;li&gt; (Unordered List &amp; List Item) Description: &lt;ul&gt; defines an unordered (bulleted) list, and &lt;li&gt; defines each item within that list. Use Case: Navigation menus, feature lists, or any collection of items where the order does not matter.   </vt:lpstr>
      <vt:lpstr>&lt;table&gt; (Table) Description: Defines a table for displaying tabular data. It usually works with &lt;tr&gt; (row), &lt;th&gt; (header), and &lt;td&gt; (data) tags. Use Case: Displaying financial data, schedules, or comparison charts. Note: Never use tables for page layout. </vt:lpstr>
      <vt:lpstr>&lt;form&gt; Description: Creates a container for user input controls. It is used to collect data from the user to send to a server. Use Case: Login screens, contact forms, search bars, or registration pages. </vt:lpstr>
      <vt:lpstr>&lt;button&gt; Description: Defines a clickable button. Use Case: Submitting forms, triggering JavaScript actions (like opening a modal), or toggling settings. It is more accessible than using a &lt;div&gt; as a button.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TAGS</dc:title>
  <dc:creator>Morel</dc:creator>
  <cp:lastModifiedBy>Morel</cp:lastModifiedBy>
  <cp:revision>3</cp:revision>
  <dcterms:created xsi:type="dcterms:W3CDTF">2026-03-04T23:07:50Z</dcterms:created>
  <dcterms:modified xsi:type="dcterms:W3CDTF">2026-03-05T01:28:32Z</dcterms:modified>
</cp:coreProperties>
</file>